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UAV_GA.py（上传文件）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UAV_GA.py（设计意图与实现：activity/频谱耦合/Nakagami/稳定伪随机）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UAV_GA.py：InterferenceSourceConfig/ITU 建筑/PPP 背景源/ACIR/Nakagami/稳定伪随机/预计算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UAV_GA.py：_calibrate_source_profile_and_power、_interference_path_loss_db、_spectral_coupling_factor、_activity_factor_for_source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UAV_GA.py：_generate_buildings、_generate_semantic_layers、_classify_semantic（关键修复）、Building.intersects_segment_3d、is_los/_is_segment_blocked_by_buildings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UAV_GA.py：室内楼层生成（背景 PPP 与受控源）；_interference_path_loss_db 中 P.1238/BEL 叠加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UAV_GA.py：_nakagami_m_for_source、_nakagami_aggregate_interference_mw（Ω、m_eq、采样/均值）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UAV_GA.py：_activity_factor_for_source（Wi‑Fi/蜂窝负载）；EARTH_BS_PARAMS 与 _bs_power_input_w；_traffic_profile_alpha（按小时插值）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UAV_GA.py：_stable_unit_float、_select_deterministic_height、_build_building_spatial_index、_precompute_interference_power_mw_per_drone、_project_drone_xy_outside_buildings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UAV_GA.py：现有接口已具备 activity/traffic_profile/Nakagami/ACIR 的参数入口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UAV_GA.py 代码更新概览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组会汇报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核心：更真实的城市干扰 + 更稳定的 GA 评估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为什么要改：让仿真更接近“现实无线世界”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17348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干扰源的功率/业务并不是一直固定：Wi‑Fi 有“忙闲”与 Beacon；基站有负载与节能（睡眠）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不同频段的干扰不能直接加：需要考虑邻频泄漏/滤波抑制（频谱耦合）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多路干扰的叠加并不总是“线性相加”：小尺度衰落会让功率呈随机分布（Rayleigh/Rice/Nakagami 等）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 优化最怕“评估噪声”：同一染色体多次算出来不一样会拖慢收敛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这次改动的“地图”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建模能力增强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394960" cy="15887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干扰源“可追溯配置/标定”：Wi‑Fi/5G/UE 上行分数功控（FPC）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城市建筑：按 ITU 参数生成（α, β, γ），并做几何遮挡判定（LoS/NLoS）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室内/楼层：P.1238（可选叠加 P.2109 BEL）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背景干扰场：大量 2D/3D PPP 干扰源（不进染色体）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46520" y="1417320"/>
            <a:ext cx="4892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数值稳定 &amp; 性能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1783080"/>
            <a:ext cx="4892040" cy="15887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频谱耦合 ACIR：把异频干扰“折算”进同一功率口径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干扰聚合：支持 Nakagami‑m 矩匹配（可取均值或采样）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稳定伪随机：同一染色体重复评估一致，降低 GA 噪声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预计算：每架无人机的总干扰功率缓存，减少重复计算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干扰功率不再是“一个数”：而是一条流水线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2026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1：给每个干扰源绑定 profile（类型/频段/标定锚点）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2：计算路径损耗（FSPL + LoS/NLoS + 高度因子 + 室内损耗）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3：考虑频谱耦合（同频=1，异频&lt;1）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4：考虑活动因子（忙闲、Beacon、负载）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输出：得到“平均干扰强度 ωᵢ（mW）”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5074920"/>
            <a:ext cx="10332720" cy="14173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39512"/>
            <a:ext cx="9875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关键口径（代码里的实际计算顺序）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577840"/>
            <a:ext cx="98755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P_rx(dBm) = P_tx(dBm) − PL(dB)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ωᵢ(mW) = 10^(P_rx/10) · η(Δf) · activity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城市场景更“像样”：建筑 + 语义层 + 几何遮挡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17348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建筑生成：数量由 β（buildings/km²）决定；高度服从 Rayleigh(γ)；覆盖率由 α 控制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语义层：street / sidewalk / ground / roof / indoor / pole / facade（用于“场景一致性”约束）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 判定：有建筑就做线段与建筑体相交检测（遮挡=强制 NLoS）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小修复：避免“绑定建筑但高度在屋顶以下却被标成 street/sidewalk”的不一致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室内/楼层：把“穿墙/楼层”损耗显式加进来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1442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室内源：按楼层离散化（floor_height_m），高度 = (floor−1)·H + 设备高度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室内链路：强制 NLoS，并叠加 ITU P.1238 室内损耗项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可选：再叠加 ITU P.2109 的 Building Entry Loss（BEL）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5074920"/>
            <a:ext cx="10332720" cy="14173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39512"/>
            <a:ext cx="9875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P.1238 简化式（代码注释口径）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577840"/>
            <a:ext cx="98755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L_indoor(dB)=20log(f_MHz)+N·log(d_m)+Lf(n)−28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干扰叠加：从“线性求和”到 Nakagami‑m 矩匹配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1442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思路：每路干扰功率看作 Gamma/Nakagami‑m 随机变量，再把“总和”用等效的 Nakagami‑m 近似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默认支持两种输出：mean（只用均值，最稳定） / sample（采样，模拟起伏）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参数可按类型设置；也支持 LoS/NLoS 分段插值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5074920"/>
            <a:ext cx="10332720" cy="14173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39512"/>
            <a:ext cx="9875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矩匹配核心（代码实现）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577840"/>
            <a:ext cx="98755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Ω = Σ ωᵢ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m_eq = Ω² / Σ(ωᵢ² / mᵢ)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I_total ~ Gamma(k=m_eq, θ=Ω/m_eq)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把“时段/负载/节能”带进来（更贴近真实网络）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1442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Wi‑Fi：activity = traffic_duty + beacon_duty（Beacon 周期 102.4ms）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4G/5G：activity 与小区负载相关：load ≈ (users/capacity)·α(t)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BS 能耗（EARTH）：P_in = N_TRX·(P0 + Δp·P_out)，无业务可进入 sleep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5074920"/>
            <a:ext cx="10332720" cy="14173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39512"/>
            <a:ext cx="9875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能耗模型（代码实现）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577840"/>
            <a:ext cx="987552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P_out = load · P_max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P_out==0: P_in = N_TRX·P_sleep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else:        P_in = N_TRX·(P0 + Δp·P_out)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数值稳定性与性能：让 GA 更“好收敛”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2026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稳定伪随机：stable_unit_float / stable_gamma_sample → 同一染色体重复评估一致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确定性选择：建筑上的安装高度用稳定规则选取，减少随机跳动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空间索引：建筑网格索引用于“点落楼/遮挡判定”加速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预计算缓存：interference_power_mw_per_drone 一次算好，多条链路复用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几何约束：无人机/站点避免落在建筑内部（减少不合理链路）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下一步</a:t>
            </a:r>
            <a:r>
              <a:rPr lang="zh-CN" altLang="en-US" sz="3000" b="1" dirty="0">
                <a:solidFill>
                  <a:srgbClr val="11111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推进方向</a:t>
            </a:r>
            <a:endParaRPr lang="zh-CN" altLang="en-US" sz="3000" b="1" dirty="0">
              <a:solidFill>
                <a:srgbClr val="11111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115568"/>
            <a:ext cx="10698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17348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把 Wi‑Fi 的“闭环功控”再推进一步：让 P_tx 随用户数/时段变化（不止 activity）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Nakagami‑m 的 m 参数：用测量/文献给不同场景（LoS/NLoS/室内）定标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频谱耦合：把 ACIR 参数做成“按标准/设备类型”表（与带宽、信道间隔联动）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验证：用 2~3 个可复现实验场景做回归测试，确保改动不破坏 GA 运行稳定性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2115</Words>
  <Application>WPS 演示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iannieaney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Auto-generated</dc:creator>
  <dc:subject>PptxGenJS Presentation</dc:subject>
  <cp:lastModifiedBy>morty</cp:lastModifiedBy>
  <cp:revision>2</cp:revision>
  <dcterms:created xsi:type="dcterms:W3CDTF">2026-02-05T08:08:00Z</dcterms:created>
  <dcterms:modified xsi:type="dcterms:W3CDTF">2026-02-05T15:29:00Z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81C616F0EAFF43D88ED2C5CA50B4DE19_13</vt:lpwstr>
  </property>
  <property fmtid="{D5CDD505-2E9C-101B-9397-08002B2CF9AE}" pid="3" name="KSOProductBuildVer">
    <vt:lpwstr>2052-12.1.0.24655</vt:lpwstr>
  </property>
</Properties>
</file>