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内部报告：《高保真无线网络仿真：工程演进与功能定义书》
- 内部报告：《高保真无线网络仿真演进报告：基于时域负载的闭环功控与Nakagami随机干扰建模》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内部工程代码：UAV_GA.py（干扰功率计算与Rayleigh衰落实现）
- 内部报告：功能定义书（现状与改进点概述）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EARTH Project Deliverable D2.3（Daily Traffic Profile 示例）:
  https://cordis.europa.eu/docs/projects/cnect/3/247733/080/deliverables/001-EARTHWP2D23v2.pdf
- 内部报告：演进报告（时段分类与闭环功控动机）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EARTH Project Deliverable D2.3（时段负载画像）:
  https://cordis.europa.eu/docs/projects/cnect/3/247733/080/deliverables/001-EARTHWP2D23v2.pdf
- 内部报告：功能定义书（模块A：智能闭环功控定义与公式）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内部报告：功能定义书（工程实施蓝本：Traffic Profile 与控制逻辑）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内部报告：演进报告（干扰相量叠加动机、Rayleigh/Rician/Nakagami关系）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Santos Filho &amp; Yacoub, Electronics Letters (2004):
  https://digital-library.theiet.org/doi/10.1049/el:20045104
- da Costa et al., IEEE Trans. Vehicular Technology (2008):
  https://pure.kfupm.edu.sa/en/publications/an-improved-closed-form-approximation-to-the-sum-of-arbitrary-nak/
- 内部报告：功能定义书（模块B：矩匹配近似与实现蓝本）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内部工程脚本：compare_random_ga_gan.py（三策略评估框架）
- 内部报告：演进报告（验证指标与建议）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EARTH D2.3: https://cordis.europa.eu/docs/projects/cnect/3/247733/080/deliverables/001-EARTHWP2D23v2.pdf
- ETSI ES 202 706-1 (2022-08): https://www.etsi.org/deliver/etsi_es/202700_202799/20270601/01.07.01_60/es_20270601v010701p.pdf
- Santos Filho &amp; Yacoub 2004: https://digital-library.theiet.org/doi/10.1049/el:20045104
- da Costa et al. 2008: https://pure.kfupm.edu.sa/en/publications/an-improved-closed-form-approximation-to-the-sum-of-arbitrary-nak/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7899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工程仿真模型改进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789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动态功控（按时段/用户负载） + Nakagami-m 随机干扰（面向零基础）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972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现状：工程目前怎么模拟干扰？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097280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1520" y="1234440"/>
            <a:ext cx="2011680" cy="347472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1248" y="128016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Baseline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8680" y="192024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每个干扰源有一个“发射功率”（通常固定或简单随机）。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68680" y="237744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到达功率 = 发射功率 − 路径损耗（再乘频谱耦合、activity）。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68680" y="283464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总干扰 = 所有干扰源的功率在线性域相加（mW 直接相加）。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68680" y="329184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小尺度衰落默认 Rayleigh（功率增益 h ~ Exp(1)），且可复现以避免优化噪声。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868680" y="5166360"/>
            <a:ext cx="10972800" cy="105156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51560" y="5376672"/>
            <a:ext cx="10607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这在“平均值”层面可用，但会低估：① 负载导致的功率潮汐；② 干扰的随机长尾（深衰落/极端瞬时）。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972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问题 1：WiFi/AP/基站的功率并非恒定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097280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17500" y="1351915"/>
            <a:ext cx="2011680" cy="347472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27228" y="1397635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4660" y="1991995"/>
            <a:ext cx="5806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用户多 → 需要更高覆盖/吞吐 → 功率更高。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27355" y="2769235"/>
            <a:ext cx="5806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用户少 → 进入节能（TWT/休眠/关RF链路）→ 功率更低。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54660" y="3542030"/>
            <a:ext cx="5806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现实网络常用“时段分类”近似负载：白天忙、夜间闲。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6903720" y="1691640"/>
            <a:ext cx="493776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</p:sp>
      <p:pic>
        <p:nvPicPr>
          <p:cNvPr id="11" name="Image 0" descr="/mnt/data/earth_traffic_profi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4435" y="1242695"/>
            <a:ext cx="5843905" cy="4469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5758180"/>
            <a:ext cx="4663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示例：一天的“负载曲线”</a:t>
            </a:r>
            <a:endParaRPr lang="en-US" sz="2200" dirty="0">
              <a:solidFill>
                <a:srgbClr val="40404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972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改进 A：时段-负载闭环功控（CLPC）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097280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1520" y="1234440"/>
            <a:ext cx="2011680" cy="347472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1248" y="128016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Upgrade 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8680" y="18288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输入：当前小时 hour、当前用户数 N_users、设备容量 capacity。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68680" y="22860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查表得到基础负载：base_load = traffic_profile[hour]（时段先验）。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68680" y="27432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闭环融合：effective_load = (1-α)*base_load + α*(N_users/capacity)。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68680" y="32004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输出功率：按状态机分 3 档（深度节能 / 动态调整 / 满功率）。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868680" y="4892040"/>
            <a:ext cx="10972800" cy="123444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51560" y="5074920"/>
            <a:ext cx="106070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最小可用公式（通俗版）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P_tx = P_min + effective_load × (P_max − P_min)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972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落地到本工程：怎么改（功控部分）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097280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1520" y="1234440"/>
            <a:ext cx="2011680" cy="347472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1248" y="128016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 changes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8680" y="18288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① 场景参数新增：hour（0-23）、每类节点的 N_users / capacity（可简单设定）。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68680" y="22860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② 干扰源生成时：若类型是 WiFi，则用 CLPC 输出的 P_tx 替代固定功率。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68680" y="27432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③ 输出记录：在 scenario JSON / metrics 中同时保存 hour、effective_load、最终 P_tx。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868680" y="5074920"/>
            <a:ext cx="109728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560" y="5285232"/>
            <a:ext cx="10607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好处：同一个空间场景，在不同时间段会“呼吸”——夜间干扰底噪更低、忙时更高，贴近真实网络。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972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问题 2：干扰是“随机波动”的，不是固定常数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097280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1520" y="1234440"/>
            <a:ext cx="2011680" cy="347472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1248" y="128016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8680" y="18745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多径 + 相位差 会让瞬时干扰上下抖动（有时会突然变得很大/很小）。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68680" y="23317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无直射（NLOS）时常见近似：Rayleigh；有直射（LOS）时：Rician。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68680" y="2788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•"/>
            </a:pPr>
            <a:r>
              <a:rPr lang="zh-CN" altLang="en-US" sz="2200" b="1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目前</a:t>
            </a:r>
            <a:r>
              <a:rPr lang="en-US" sz="2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工程只用“功率线性叠加”</a:t>
            </a:r>
            <a:r>
              <a:rPr lang="en-US" sz="2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得到的是平均值，容易低估“长尾风险”（例如 outage）。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868680" y="5166360"/>
            <a:ext cx="10972800" cy="105156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560" y="5413248"/>
            <a:ext cx="10607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目标：让仿真不仅给“平均干扰”，还给“波动形状”。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972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改进 B：Nakagami-m 随机干扰（更通用）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097280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1520" y="1234440"/>
            <a:ext cx="2011680" cy="347472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1248" y="128016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Upgrade B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8680" y="18288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Nakagami-m 是一个“可调的衰落模型”：m=1 对应 Rayleigh；m&gt;1 可近似 Rician（更稳定）。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68680" y="22860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实现最简路径：把 Rayleigh 的 h~Exp(1) 替换成 Gamma(m, 1/m)，保持 E[h]=1。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68680" y="27432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增强路径：对多个干扰源做“矩匹配”（Beaulieu-Filho），得到等效 m_agg 与 Ω_agg，再采样干扰功率。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868680" y="5074920"/>
            <a:ext cx="109728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560" y="5257800"/>
            <a:ext cx="1060704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落地建议（优先级）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1) 先做“最简路径”：仅改衰落采样函数（可复现）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2) 再做“增强路径”：按干扰源列表算 m_agg（更贴近聚合分布）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972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3000" b="1" dirty="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总结</a:t>
            </a:r>
            <a:r>
              <a:rPr lang="en-US" sz="3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改进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097280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1520" y="1234440"/>
            <a:ext cx="2011680" cy="347472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1248" y="128016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81990" y="2441575"/>
            <a:ext cx="11079480" cy="6578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加入wifi</a:t>
            </a:r>
            <a:r>
              <a:rPr lang="zh-CN" altLang="en-US" sz="2200" dirty="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、基站等的</a:t>
            </a:r>
            <a:r>
              <a:rPr lang="en-US" sz="2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功控（CLPC）</a:t>
            </a:r>
            <a:r>
              <a:rPr lang="zh-CN" altLang="en-US" sz="2200" dirty="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效应</a:t>
            </a:r>
            <a:r>
              <a:rPr lang="en-US" sz="2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zh-CN" altLang="en-US" sz="2200" dirty="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、干扰功率从线性叠加改为</a:t>
            </a:r>
            <a:r>
              <a:rPr lang="en-US" sz="2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Nakagami-m</a:t>
            </a:r>
            <a:r>
              <a:rPr lang="zh-CN" altLang="en-US" sz="2200" dirty="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模型</a:t>
            </a:r>
            <a:r>
              <a:rPr lang="en-US" sz="2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。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81990" y="2898775"/>
            <a:ext cx="11079480" cy="6578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看分布，不只看均值：干扰 dBm、margin、outage（margin&lt;0）比例。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81990" y="3355975"/>
            <a:ext cx="11079480" cy="6578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在 GA / GAN / Random 三种采样策略下重复，检验“极端场景”是否更真实。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972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参考来源（简）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097280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1520" y="1234440"/>
            <a:ext cx="2011680" cy="347472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1248" y="128016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8680" y="18288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EARTH Project Deliverable D2.3：日流量画像（Time-of-Day traffic profile）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68680" y="22860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ETSI ES 202 706：无线接入设备能效测量规范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68680" y="27432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Santos Filho &amp; Yacoub (2004)：多 Nakagami 变量求和近似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68680" y="32004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 Costa et al. (2008)：改进的 Nakagami 求和近似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1672</Words>
  <Application>WPS 演示</Application>
  <PresentationFormat>On-screen Show (16:9)</PresentationFormat>
  <Paragraphs>105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宋体</vt:lpstr>
      <vt:lpstr>Wingdings</vt:lpstr>
      <vt:lpstr>Calibri</vt:lpstr>
      <vt:lpstr>Calibri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cra</dc:creator>
  <dc:subject>PptxGenJS Presentation</dc:subject>
  <cp:lastModifiedBy>morty</cp:lastModifiedBy>
  <cp:revision>2</cp:revision>
  <dcterms:created xsi:type="dcterms:W3CDTF">2026-01-29T09:33:00Z</dcterms:created>
  <dcterms:modified xsi:type="dcterms:W3CDTF">2026-01-29T09:48:45Z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2052-12.1.0.24655</vt:lpwstr>
  </property>
  <property fmtid="{D5CDD505-2E9C-101B-9397-08002B2CF9AE}" pid="3" name="ICV">
    <vt:lpwstr>04C75ED58C6E43569AB2B30A55653888_12</vt:lpwstr>
  </property>
</Properties>
</file>